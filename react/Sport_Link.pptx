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0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23444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200" b="1">
                <a:solidFill>
                  <a:srgbClr val="00FF66"/>
                </a:solidFill>
                <a:latin typeface="Aptos Display"/>
              </a:rPr>
              <a:t>Sport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0">
                <a:solidFill>
                  <a:srgbClr val="C9D1D9"/>
                </a:solidFill>
                <a:latin typeface="Aptos"/>
              </a:rPr>
              <a:t>Aplicativo Mobile para Futebol, Bolão, Peladas e Joguinho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514600"/>
            <a:ext cx="50292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2816352"/>
            <a:ext cx="1600200" cy="347472"/>
          </a:xfrm>
          <a:prstGeom prst="roundRect">
            <a:avLst/>
          </a:prstGeom>
          <a:solidFill>
            <a:srgbClr val="161B22"/>
          </a:solidFill>
          <a:ln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2907792"/>
            <a:ext cx="145389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19" b="1">
                <a:solidFill>
                  <a:srgbClr val="00FF66"/>
                </a:solidFill>
                <a:latin typeface="Aptos"/>
              </a:rPr>
              <a:t>React Native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8024" y="2816352"/>
            <a:ext cx="1143000" cy="347472"/>
          </a:xfrm>
          <a:prstGeom prst="roundRect">
            <a:avLst/>
          </a:prstGeom>
          <a:solidFill>
            <a:srgbClr val="161B22"/>
          </a:solidFill>
          <a:ln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51176" y="2907792"/>
            <a:ext cx="99669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19" b="1">
                <a:solidFill>
                  <a:srgbClr val="00FF66"/>
                </a:solidFill>
                <a:latin typeface="Aptos"/>
              </a:rPr>
              <a:t>Supabase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85615" y="2816352"/>
            <a:ext cx="1143000" cy="347472"/>
          </a:xfrm>
          <a:prstGeom prst="roundRect">
            <a:avLst/>
          </a:prstGeom>
          <a:solidFill>
            <a:srgbClr val="161B22"/>
          </a:solidFill>
          <a:ln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58768" y="2907792"/>
            <a:ext cx="99669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19" b="1">
                <a:solidFill>
                  <a:srgbClr val="00FF66"/>
                </a:solidFill>
                <a:latin typeface="Aptos"/>
              </a:rPr>
              <a:t>Expo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3207" y="2816352"/>
            <a:ext cx="1600200" cy="347472"/>
          </a:xfrm>
          <a:prstGeom prst="roundRect">
            <a:avLst/>
          </a:prstGeom>
          <a:solidFill>
            <a:srgbClr val="161B22"/>
          </a:solidFill>
          <a:ln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59" y="2907792"/>
            <a:ext cx="145389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19" b="1">
                <a:solidFill>
                  <a:srgbClr val="00FF66"/>
                </a:solidFill>
                <a:latin typeface="Aptos"/>
              </a:rPr>
              <a:t>Football Data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7999" y="2816352"/>
            <a:ext cx="1143000" cy="347472"/>
          </a:xfrm>
          <a:prstGeom prst="roundRect">
            <a:avLst/>
          </a:prstGeom>
          <a:solidFill>
            <a:srgbClr val="161B22"/>
          </a:solidFill>
          <a:ln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31151" y="2907792"/>
            <a:ext cx="99669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19" b="1">
                <a:solidFill>
                  <a:srgbClr val="00FF66"/>
                </a:solidFill>
                <a:latin typeface="Aptos"/>
              </a:rPr>
              <a:t>NewsAPI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98932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Trabalho de Desenvolvimento Mobile •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O que é o Sport Link?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Um app completo para acompanhar futebol, apostar entre amigos, organizar peladas e jogar.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606040" cy="3063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0292" cy="306324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1527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527048"/>
            <a:ext cx="191109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FF66"/>
                </a:solidFill>
                <a:latin typeface="Aptos"/>
              </a:rPr>
              <a:t>Notícias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2402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C9D1D9"/>
                </a:solidFill>
                <a:latin typeface="Aptos"/>
              </a:rPr>
              <a:t>Feed em português com filtros, próximos jogos, classificação por grupo e leitura in-app via WebView.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606040" cy="3063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06324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1" y="1527048"/>
            <a:ext cx="191109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F9E795"/>
                </a:solidFill>
                <a:latin typeface="Aptos"/>
              </a:rPr>
              <a:t>Bolão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22402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C9D1D9"/>
                </a:solidFill>
                <a:latin typeface="Aptos"/>
              </a:rPr>
              <a:t>Cadastro/login, criação de grupos, entrada por código, palpites de placar e ranking dos participantes.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417320"/>
            <a:ext cx="2606040" cy="3063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50292" cy="306324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1384" y="1527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1527048"/>
            <a:ext cx="191109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5B8DD9"/>
                </a:solidFill>
                <a:latin typeface="Aptos"/>
              </a:rPr>
              <a:t>Jogar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20240"/>
            <a:ext cx="22402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C9D1D9"/>
                </a:solidFill>
                <a:latin typeface="Aptos"/>
              </a:rPr>
              <a:t>Mapa de peladas locais, lista de partidas e formulário para criar novas partidas com vagas e valor.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417320"/>
            <a:ext cx="2331720" cy="3063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1417320"/>
            <a:ext cx="50292" cy="306324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36024" y="1527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72" y="1527048"/>
            <a:ext cx="163677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0FF66"/>
                </a:solidFill>
                <a:latin typeface="Aptos"/>
              </a:rPr>
              <a:t>Joguinho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1920240"/>
            <a:ext cx="19659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30" b="0">
                <a:solidFill>
                  <a:srgbClr val="C9D1D9"/>
                </a:solidFill>
                <a:latin typeface="Aptos"/>
              </a:rPr>
              <a:t>Minigame com IA, modo local, online por código, som, vibração e ranking local.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8280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C9D1D9"/>
                </a:solidFill>
                <a:latin typeface="Aptos"/>
              </a:rPr>
              <a:t>Cada card representa uma parte do projeto. A proposta é unir conteúdo esportivo, interação social, organização de partidas e entretenimento em um único app.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Stack Tecnológico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Principais tecnologias e bibliotecas usadas no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1460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0292" cy="123444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1527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⚛️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52704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0FF66"/>
                </a:solidFill>
                <a:latin typeface="Aptos"/>
              </a:rPr>
              <a:t>React Native + Expo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80" b="0">
                <a:solidFill>
                  <a:srgbClr val="C9D1D9"/>
                </a:solidFill>
                <a:latin typeface="Aptos"/>
              </a:rPr>
              <a:t>Framework mobile cross-platform para desenvolvimento rápido.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417320"/>
            <a:ext cx="251460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38728" y="1417320"/>
            <a:ext cx="50292" cy="123444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5032" y="1527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52704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0FF66"/>
                </a:solidFill>
                <a:latin typeface="Aptos"/>
              </a:rPr>
              <a:t>React 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19202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80" b="0">
                <a:solidFill>
                  <a:srgbClr val="C9D1D9"/>
                </a:solidFill>
                <a:latin typeface="Aptos"/>
              </a:rPr>
              <a:t>Bottom Tab Navigator para alternar entre as guias.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656" y="1417320"/>
            <a:ext cx="251460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91656" y="1417320"/>
            <a:ext cx="50292" cy="123444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527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🗄️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152704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0FF66"/>
                </a:solidFill>
                <a:latin typeface="Aptos"/>
              </a:rPr>
              <a:t>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19202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80" b="0">
                <a:solidFill>
                  <a:srgbClr val="C9D1D9"/>
                </a:solidFill>
                <a:latin typeface="Aptos"/>
              </a:rPr>
              <a:t>Backend PostgreSQL, dados do bolão, partidas e salas online.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44584" y="1417320"/>
            <a:ext cx="251460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44584" y="1417320"/>
            <a:ext cx="50292" cy="123444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90888" y="1527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152704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5B8DD9"/>
                </a:solidFill>
                <a:latin typeface="Aptos"/>
              </a:rPr>
              <a:t>Football-Data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3" y="19202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80" b="0">
                <a:solidFill>
                  <a:srgbClr val="C9D1D9"/>
                </a:solidFill>
                <a:latin typeface="Aptos"/>
              </a:rPr>
              <a:t>Jogos e classificação da Copa.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017520"/>
            <a:ext cx="251460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3017520"/>
            <a:ext cx="50292" cy="123444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" y="31272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12724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5B8DD9"/>
                </a:solidFill>
                <a:latin typeface="Aptos"/>
              </a:rPr>
              <a:t>NewsAPI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520439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80" b="0">
                <a:solidFill>
                  <a:srgbClr val="C9D1D9"/>
                </a:solidFill>
                <a:latin typeface="Aptos"/>
              </a:rPr>
              <a:t>Feed de notícias em português.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38728" y="3017520"/>
            <a:ext cx="251460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538728" y="3017520"/>
            <a:ext cx="50292" cy="123444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85032" y="31272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🗺️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312724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5B8DD9"/>
                </a:solidFill>
                <a:latin typeface="Aptos"/>
              </a:rPr>
              <a:t>react-native-maps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21608" y="3520439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80" b="0">
                <a:solidFill>
                  <a:srgbClr val="C9D1D9"/>
                </a:solidFill>
                <a:latin typeface="Aptos"/>
              </a:rPr>
              <a:t>Mapa com marcadores de peladas.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91656" y="3017520"/>
            <a:ext cx="251460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91656" y="3017520"/>
            <a:ext cx="50292" cy="123444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31272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22008" y="312724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0FF66"/>
                </a:solidFill>
                <a:latin typeface="Aptos"/>
              </a:rPr>
              <a:t>WebView + Canvas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4536" y="3520439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80" b="0">
                <a:solidFill>
                  <a:srgbClr val="C9D1D9"/>
                </a:solidFill>
                <a:latin typeface="Aptos"/>
              </a:rPr>
              <a:t>Joguinho renderizado em HTML Canvas dentro do app.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44584" y="3017520"/>
            <a:ext cx="251460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244584" y="3017520"/>
            <a:ext cx="50292" cy="123444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90888" y="31272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4936" y="312724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9E795"/>
                </a:solidFill>
                <a:latin typeface="Aptos"/>
              </a:rPr>
              <a:t>Expo AV + AsyncStorage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27463" y="3520439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80" b="0">
                <a:solidFill>
                  <a:srgbClr val="C9D1D9"/>
                </a:solidFill>
                <a:latin typeface="Aptos"/>
              </a:rPr>
              <a:t>Sons nativos e ranking local persistente.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Navegação e Estrutura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Como o App.js organiza as telas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1417320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App.js cria o Bottom Tab Navigator com quatro guias: Notícias, Bolão, Jogar e Joguinho.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1874519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O estado usuarioLogado fica no App.js e é passado por props para Bolão e Jogar.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331720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styles.js concentra todo o layout e supabase.js concentra integrações/configurações.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788920"/>
            <a:ext cx="480974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useFocusEffect no Joguinho para parar áudio e limpar intervalos ao sair da aba.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257800" cy="246888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1" y="1453895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App.js — navegação por abas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764792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&lt;Tab.Navigator screenOptions={...}&gt;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965960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&lt;Tab.Screen name="Notícias" component={NoticiasScreen} /&gt;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167128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&lt;Tab.Screen name="Bolão"&gt;{() =&gt; &lt;BolaoScreen usuarioLogado={usuarioLogado} /&gt;}&lt;/Tab.Screen&gt;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368296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&lt;Tab.Screen name="Jogar"&gt;{() =&gt; &lt;JogarScreen usuarioLogado={usuarioLogado} /&gt;}&lt;/Tab.Screen&gt;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569464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&lt;Tab.Screen name="Joguinho" component={JoguinhoScreen} /&gt;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2770632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&lt;/Tab.Navigator&gt;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Organização Modular do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Arquivos separados por responsabilidade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Consolas"/>
              </a:rPr>
              <a:t>App.js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C9D1D9"/>
                </a:solidFill>
                <a:latin typeface="Aptos"/>
              </a:rPr>
              <a:t>Navegação e estado 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3055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Consolas"/>
              </a:rPr>
              <a:t>noticias.js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3055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C9D1D9"/>
                </a:solidFill>
                <a:latin typeface="Aptos"/>
              </a:rPr>
              <a:t>NewsAPI, jogos e classificação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43784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Consolas"/>
              </a:rPr>
              <a:t>bolao.js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84378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C9D1D9"/>
                </a:solidFill>
                <a:latin typeface="Aptos"/>
              </a:rPr>
              <a:t>Login, grupos, palpites e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57015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Consolas"/>
              </a:rPr>
              <a:t>jogar.js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557015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C9D1D9"/>
                </a:solidFill>
                <a:latin typeface="Aptos"/>
              </a:rPr>
              <a:t>Mapa e criação de partidas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2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Consolas"/>
              </a:rPr>
              <a:t>joguinho.js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4173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C9D1D9"/>
                </a:solidFill>
                <a:latin typeface="Aptos"/>
              </a:rPr>
              <a:t>Game, IA, online, áudio e 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3055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Consolas"/>
              </a:rPr>
              <a:t>styles.js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13055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C9D1D9"/>
                </a:solidFill>
                <a:latin typeface="Aptos"/>
              </a:rPr>
              <a:t>StyleSheet global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43784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Consolas"/>
              </a:rPr>
              <a:t>supabase.js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84378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C9D1D9"/>
                </a:solidFill>
                <a:latin typeface="Aptos"/>
              </a:rPr>
              <a:t>Cliente Supabase, APIs e constantes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00600"/>
            <a:ext cx="10607040" cy="100584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4928616"/>
            <a:ext cx="1027785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Fluxo de importação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239512"/>
            <a:ext cx="1027785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App.js → importa telas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5376672"/>
            <a:ext cx="1027785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Telas → importam styles.js e supabase.js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513832"/>
            <a:ext cx="1027785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Joguinho → usa WebView + Expo AV + AsyncStorage + Supabase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Aba Notícias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Integração com NewsAPI e Football-Data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1325880"/>
            <a:ext cx="471830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Filtros de notícias: Tudo, Brasil e Bastidores.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1719072"/>
            <a:ext cx="471830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Busca artigos em português pela NewsAPI.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1226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112264"/>
            <a:ext cx="471830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Carrossel de próximos jogos com horário e placar.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05456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505456"/>
            <a:ext cx="471830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Classificação por grupo em scroll horizontal.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98648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898648"/>
            <a:ext cx="471830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Leitura da notícia dentro do app usando WebView.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291840"/>
            <a:ext cx="471830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Pull-to-refresh atualiza notícias, jogos e tabela.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298448"/>
            <a:ext cx="5257800" cy="182880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1426464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fetchNoticias(query)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737360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const res = await fetch(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938528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`newsapi.org/v2/everything?q=${query}&amp;language=pt`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139696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340864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const data = await res.json();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542032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setNoticias(data.articles);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401568"/>
            <a:ext cx="5257800" cy="141732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36792" y="3529584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fetchDadosFutebol()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3840480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fetch('football-data.org/v4/competitions/WC/standings',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4041648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headers: { 'X-Auth-Token': TOKEN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242816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});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443984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setClassificacao(data.standings);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Atualização das Páginas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Como o app mantém os dados sincronizados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29184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50292" cy="123444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435607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Aptos"/>
              </a:rPr>
              <a:t>Pull-to-refresh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RefreshControl chama onRefresh(), que recarrega as APIs e atualiza os estados da tela.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29184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50292" cy="123444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⚛️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435607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5B8DD9"/>
                </a:solidFill>
                <a:latin typeface="Aptos"/>
              </a:rPr>
              <a:t>Estados React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useState armazena notícias, jogos, classificação, grupos, partidas e ranking.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29184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50292" cy="123444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1435607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Aptos"/>
              </a:rPr>
              <a:t>WebView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288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Notícias externas e o minijogo são exibidos dentro do app sem trocar de aplicativo.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246119"/>
            <a:ext cx="10241280" cy="1408175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4712" y="3374136"/>
            <a:ext cx="99120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onRefresh — padrão usado nas telas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3685031"/>
            <a:ext cx="99120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const onRefresh = async () =&gt;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822191"/>
            <a:ext cx="99120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setRefreshing(true);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3959351"/>
            <a:ext cx="99120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await fetchNoticias(filtroAtivo.query);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4096511"/>
            <a:ext cx="99120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await fetchDadosFutebol();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4233671"/>
            <a:ext cx="99120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setRefreshing(false);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4370831"/>
            <a:ext cx="99120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};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Aba Bolão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Fluxo completo do usuário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502920" cy="502920"/>
          </a:xfrm>
          <a:prstGeom prst="ellipse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Cadastro /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32304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19" b="0">
                <a:solidFill>
                  <a:srgbClr val="8B949E"/>
                </a:solidFill>
                <a:latin typeface="Aptos"/>
              </a:rPr>
              <a:t>Email e senha salvos na tabela usuarios.</a:t>
            </a:r>
          </a:p>
        </p:txBody>
      </p:sp>
      <p:sp>
        <p:nvSpPr>
          <p:cNvPr id="9" name="Oval 8"/>
          <p:cNvSpPr/>
          <p:nvPr/>
        </p:nvSpPr>
        <p:spPr>
          <a:xfrm>
            <a:off x="3639312" y="1417320"/>
            <a:ext cx="502920" cy="502920"/>
          </a:xfrm>
          <a:prstGeom prst="ellipse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1554480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057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Criar / Entrar em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432304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19" b="0">
                <a:solidFill>
                  <a:srgbClr val="8B949E"/>
                </a:solidFill>
                <a:latin typeface="Aptos"/>
              </a:rPr>
              <a:t>Grupo gera código de entrada para amigos.</a:t>
            </a:r>
          </a:p>
        </p:txBody>
      </p:sp>
      <p:sp>
        <p:nvSpPr>
          <p:cNvPr id="13" name="Oval 12"/>
          <p:cNvSpPr/>
          <p:nvPr/>
        </p:nvSpPr>
        <p:spPr>
          <a:xfrm>
            <a:off x="6455664" y="1417320"/>
            <a:ext cx="502920" cy="502920"/>
          </a:xfrm>
          <a:prstGeom prst="ellipse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554480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057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Fazer Palpites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32304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19" b="0">
                <a:solidFill>
                  <a:srgbClr val="8B949E"/>
                </a:solidFill>
                <a:latin typeface="Aptos"/>
              </a:rPr>
              <a:t>Usuário informa placar dos jogos agendados.</a:t>
            </a:r>
          </a:p>
        </p:txBody>
      </p:sp>
      <p:sp>
        <p:nvSpPr>
          <p:cNvPr id="17" name="Oval 16"/>
          <p:cNvSpPr/>
          <p:nvPr/>
        </p:nvSpPr>
        <p:spPr>
          <a:xfrm>
            <a:off x="9272016" y="1417320"/>
            <a:ext cx="502920" cy="502920"/>
          </a:xfrm>
          <a:prstGeom prst="ellipse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27464" y="1554480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2057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Ver 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432304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19" b="0">
                <a:solidFill>
                  <a:srgbClr val="8B949E"/>
                </a:solidFill>
                <a:latin typeface="Aptos"/>
              </a:rPr>
              <a:t>Pontuação e classificação dos membros do grupo.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794760"/>
            <a:ext cx="9966960" cy="114300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61872" y="3922776"/>
            <a:ext cx="96377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salvarPalpite()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233672"/>
            <a:ext cx="963777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await supabase.from('bolao').upsert({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370832"/>
            <a:ext cx="963777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id: jogo.id.toString(), usuario_id: usuarioLogado.id,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507992"/>
            <a:ext cx="963777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grupo_id: grupoUsuario.id, jogo: nomeJogoStr,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645152"/>
            <a:ext cx="963777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placar_time1: p1, placar_time2: 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782312"/>
            <a:ext cx="963777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});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Grupos, Palpites e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Funcionamento interno da aba Bolão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33756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50292" cy="123444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435607"/>
            <a:ext cx="26426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Aptos"/>
              </a:rPr>
              <a:t>Criação de grupo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O app gera um código de 6 dígitos e cria registro em grupos. O criador já entra como membro aprovado.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3756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50292" cy="123444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435607"/>
            <a:ext cx="26426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9E795"/>
                </a:solidFill>
                <a:latin typeface="Aptos"/>
              </a:rPr>
              <a:t>Entrada no grupo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O usuário informa o código. O app busca o grupo e faz upsert em grupo_membros.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33756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50292" cy="123444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1435607"/>
            <a:ext cx="26426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5B8DD9"/>
                </a:solidFill>
                <a:latin typeface="Aptos"/>
              </a:rPr>
              <a:t>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2880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Lista membros do grupo ativo e exibe pontos. Na versão atual, a pontuação é simulada/estrutural.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063240"/>
            <a:ext cx="5029200" cy="146304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3271" y="3191256"/>
            <a:ext cx="47000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Criar/entrar em grupo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502152"/>
            <a:ext cx="47000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const codigoAcesso = Math.floor(100000 + Math.random() * 900000);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3703320"/>
            <a:ext cx="47000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await supabase.from('grupos').insert({ nome, codigo_acesso });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3904488"/>
            <a:ext cx="47000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await supabase.from('grupo_membros').upsert({ grupo_id, usuario_id });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063240"/>
            <a:ext cx="5029200" cy="146304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6792" y="3191256"/>
            <a:ext cx="47000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Carregar ranking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502152"/>
            <a:ext cx="47000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const { data } = await supabase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703320"/>
            <a:ext cx="47000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.from('grupo_membros')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904488"/>
            <a:ext cx="47000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.select('usuario_id, usuarios:usuario_id ( email )')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105656"/>
            <a:ext cx="47000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.eq('grupo_id', grupoUsuario.id);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Aba Jogar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Mapa de peladas e criação de partidas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🗺️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1325880"/>
            <a:ext cx="49926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Mapa com marcadores verdes usando react-native-maps.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1737360"/>
            <a:ext cx="49926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Lista de partidas cadastradas e peladas mockadas.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148840"/>
            <a:ext cx="49926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Formulário para nome da quadra, endereço, horário, vagas, goleiros e valor.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560320"/>
            <a:ext cx="49926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Criação de partida vinculada ao usuário logado.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971800"/>
            <a:ext cx="49926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Coordenadas aproximadas em Montes Claros nesta versão.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325880"/>
            <a:ext cx="4846320" cy="155448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1453895"/>
            <a:ext cx="45171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Listar partidas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1764792"/>
            <a:ext cx="45171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const { data } = await 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1965960"/>
            <a:ext cx="45171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.from('partidas')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167128"/>
            <a:ext cx="45171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.select('*');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368296"/>
            <a:ext cx="45171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setPartidas([...PELADAS_MOCK, ...(data || [])]);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246120"/>
            <a:ext cx="4846320" cy="132588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9672" y="3374136"/>
            <a:ext cx="45171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Criar partida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685031"/>
            <a:ext cx="4517136" cy="1897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await supabase.from('partidas').insert({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874769"/>
            <a:ext cx="4517136" cy="1897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nome_quadra, endereco, data_hora, jogadores,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064507"/>
            <a:ext cx="4517136" cy="1897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goleiros, valor, latitude, longitude, criador_id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254245"/>
            <a:ext cx="4517136" cy="1897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});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Aba Joguinho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Minigame integrado ao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33756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50292" cy="12801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435607"/>
            <a:ext cx="26426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Aptos"/>
              </a:rPr>
              <a:t>Modos disponíveis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971800" cy="685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1 jogador vs IA, 2 jogadores no mesmo celular e online por sala/código.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3756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50292" cy="128016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435607"/>
            <a:ext cx="26426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9E795"/>
                </a:solidFill>
                <a:latin typeface="Aptos"/>
              </a:rPr>
              <a:t>Visual do jogo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2971800" cy="685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Bola estilo futebol, campo, traves com rede e jogadores desenhados com braços.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33756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50292" cy="128016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1435607"/>
            <a:ext cx="26426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5B8DD9"/>
                </a:solidFill>
                <a:latin typeface="Aptos"/>
              </a:rPr>
              <a:t>Experiência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28800"/>
            <a:ext cx="2971800" cy="685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Sons, vibração, placar, pausa, tela de gol e vitória até 5 gols.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2461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C9D1D9"/>
                </a:solidFill>
                <a:latin typeface="Aptos"/>
              </a:rPr>
              <a:t>O jogo roda em um HTML Canvas dentro do WebView. O React Native fica responsável pelos sons, vibração, ranking local e integração com Supabase.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069080"/>
            <a:ext cx="9875520" cy="91440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07592" y="4197096"/>
            <a:ext cx="95463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WebView + 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507992"/>
            <a:ext cx="9546336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&lt;WebView source={{ html: buildHtml(modo, diff) }} onMessage={handleWebViewMessage} /&gt;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4681728"/>
            <a:ext cx="9546336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window.ReactNativeWebView.postMessage(JSON.stringify({ type: 'sound', name: 'gol' }));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Mini IA Integrada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Lógica do adversário vermelho no modo 1 jogador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1325880"/>
            <a:ext cx="49011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A IA controla o jogador vermelho na parte superior do campo.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🎚️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1737360"/>
            <a:ext cx="49011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Cada dificuldade altera velocidade, erro de mira, reação e predição.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148840"/>
            <a:ext cx="49011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A IA calcula uma posição alvo considerando a direção da bola.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560320"/>
            <a:ext cx="49011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No difícil, a IA reage antes e quase não erra a previsão.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298448"/>
            <a:ext cx="5166360" cy="214884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5352" y="1426464"/>
            <a:ext cx="48371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AI_CFG + stepAI()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737360"/>
            <a:ext cx="48371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const AI_CFG =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1938528"/>
            <a:ext cx="48371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facil: { speed: 2.2, errX: 65, predic: .10 },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139696"/>
            <a:ext cx="48371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medio: { speed: 3.8, errX: 28, predic: .45 },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340864"/>
            <a:ext cx="48371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dificil: { speed: 6.2, errX: 6, predic: .85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542032"/>
            <a:ext cx="48371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};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743200"/>
            <a:ext cx="48371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45352" y="2944368"/>
            <a:ext cx="48371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aiTgt.x = ball.x + ball.vx * steps * cfg.predic + aiErr;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886200"/>
            <a:ext cx="1033272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3886200"/>
            <a:ext cx="50292" cy="77724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4983" y="399592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3995928"/>
            <a:ext cx="963777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0FF66"/>
                </a:solidFill>
                <a:latin typeface="Aptos"/>
              </a:rPr>
              <a:t>Resultado no jogo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389120"/>
            <a:ext cx="996696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A mini IA cria uma progressão real de dificuldade sem depender de servidor, mantendo o jogo leve e offline no modo vs 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Online do Joguinho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Sincronização em tempo quase real via Supabase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1325880"/>
            <a:ext cx="49011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Criar sala grava um estado inicial em jogo_online_salas.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1737360"/>
            <a:ext cx="49011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O host controla bola, física, gols e estado completo.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148840"/>
            <a:ext cx="49011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O convidado envia principalmente a posição do jogador vermelho.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560320"/>
            <a:ext cx="49011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Um intervalo busca o estado da sala e injeta no WebView.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1">
                <a:solidFill>
                  <a:srgbClr val="00FF66"/>
                </a:solidFill>
                <a:latin typeface="Aptos"/>
              </a:rP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971800"/>
            <a:ext cx="49011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20" b="0">
                <a:solidFill>
                  <a:srgbClr val="C9D1D9"/>
                </a:solidFill>
                <a:latin typeface="Aptos"/>
              </a:rPr>
              <a:t>Melhoria futura: trocar polling por Supabase Realtime.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298448"/>
            <a:ext cx="5166360" cy="182880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45352" y="1426464"/>
            <a:ext cx="48371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Polling da sala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1737360"/>
            <a:ext cx="4837176" cy="1802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setInterval(async () =&gt;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1917627"/>
            <a:ext cx="4837176" cy="1802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const { data } = await 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097894"/>
            <a:ext cx="4837176" cy="1802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  .from('jogo_online_salas')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278162"/>
            <a:ext cx="4837176" cy="1802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  .select('estado')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458429"/>
            <a:ext cx="4837176" cy="1802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  .eq('codigo', codigoSala)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638697"/>
            <a:ext cx="4837176" cy="1802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  .maybeSingle();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818964"/>
            <a:ext cx="4837176" cy="1802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}, 250);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429000"/>
            <a:ext cx="5166360" cy="100584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557016"/>
            <a:ext cx="48371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Atualizar estado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3867912"/>
            <a:ext cx="483717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await supabase.from('jogo_online_salas')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4014216"/>
            <a:ext cx="483717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.update({ estado, atualizado_em: new Date().toISOString() })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4160520"/>
            <a:ext cx="483717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.eq('codigo', codigoSala);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Áudio, Vibração e Ranking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Integrações nativas fora do WebView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33756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50292" cy="137160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435607"/>
            <a:ext cx="26426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Aptos"/>
              </a:rPr>
              <a:t>Expo 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Carrega chute.mp3, gol.mp3, trave.mp3, torcida.mp3 e apito.mp3. A torcida é looping controlado.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3756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50292" cy="137160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435607"/>
            <a:ext cx="26426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5B8DD9"/>
                </a:solidFill>
                <a:latin typeface="Aptos"/>
              </a:rPr>
              <a:t>Vibração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O WebView envia mensagem para o React Native executar Vibration.vibrate().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33756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50292" cy="13716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1435607"/>
            <a:ext cx="26426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9E795"/>
                </a:solidFill>
                <a:latin typeface="Aptos"/>
              </a:rPr>
              <a:t>AsyncStorage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288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Ranking local salva partidas, vitórias vs IA, vitórias locais e online.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383280"/>
            <a:ext cx="4937760" cy="123444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3511296"/>
            <a:ext cx="46085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Parar torcida ao sair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822191"/>
            <a:ext cx="460857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useFocusEffect(() =&gt;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959352"/>
            <a:ext cx="460857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return () =&gt;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096511"/>
            <a:ext cx="460857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  stopAllNativeSounds();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233672"/>
            <a:ext cx="460857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};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370831"/>
            <a:ext cx="460857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});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383280"/>
            <a:ext cx="4937760" cy="123444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1" y="3511296"/>
            <a:ext cx="46085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Salvar ranking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3822191"/>
            <a:ext cx="4608576" cy="166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await AsyncStorage.setItem(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3989070"/>
            <a:ext cx="4608576" cy="166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'@copa_hub_ranking',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1" y="4155948"/>
            <a:ext cx="4608576" cy="166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JSON.stringify(nextRanking)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1" y="4322826"/>
            <a:ext cx="4608576" cy="166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Banco de Dados — Supabase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Tabelas principais usadas pelo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Tabela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32588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Colunas principais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2588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Uso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27632"/>
            <a:ext cx="10424160" cy="2286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F66"/>
                </a:solidFill>
                <a:latin typeface="Consolas"/>
              </a:rPr>
              <a:t>usuarios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874519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id, email, senha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Login manual do bolão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41448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F66"/>
                </a:solidFill>
                <a:latin typeface="Consolas"/>
              </a:rPr>
              <a:t>grupos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44144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id, nome, codigo_acesso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41448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Grupos de palpite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0837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F66"/>
                </a:solidFill>
                <a:latin typeface="Consolas"/>
              </a:rPr>
              <a:t>grupo_membros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008376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usuario_id, grupo_id,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08376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Vínculo usuário ↔ grupo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75303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F66"/>
                </a:solidFill>
                <a:latin typeface="Consolas"/>
              </a:rPr>
              <a:t>bolao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575303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jogo, usuario_id, grupo_id, placares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75303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Palpites de placar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42231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F66"/>
                </a:solidFill>
                <a:latin typeface="Consolas"/>
              </a:rPr>
              <a:t>partidas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142231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quadra, endereço, lat/lng, criador_id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42231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Peladas no mapa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0916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F66"/>
                </a:solidFill>
                <a:latin typeface="Consolas"/>
              </a:rPr>
              <a:t>jogo_online_salas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70916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codigo, estado jsonb, atualizado_em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70916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9D1D9"/>
                </a:solidFill>
                <a:latin typeface="Aptos"/>
              </a:rPr>
              <a:t>Online do Joguinho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Criação das Tabelas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Principais comandos SQL no Supabase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5212080" cy="2269182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408176"/>
            <a:ext cx="48828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Tabela usuarios + grupos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719072"/>
            <a:ext cx="48828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create table usuarios (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56231"/>
            <a:ext cx="48828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id uuid primary key default gen_random_uuid(),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993391"/>
            <a:ext cx="48828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email text unique not null,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30552"/>
            <a:ext cx="48828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senha text not 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48828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48828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2542032"/>
            <a:ext cx="48828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create table grupos (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679191"/>
            <a:ext cx="48828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id uuid primary key default gen_random_uuid(),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816352"/>
            <a:ext cx="48828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nome text not null,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953511"/>
            <a:ext cx="48828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codigo_acesso text unique not null,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090672"/>
            <a:ext cx="48828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criador_id uuid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227832"/>
            <a:ext cx="488289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);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80160"/>
            <a:ext cx="5212080" cy="2269182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1" y="1408176"/>
            <a:ext cx="48828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Tabela jogo_online_salas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1719072"/>
            <a:ext cx="48828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create table jogo_online_salas (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1920240"/>
            <a:ext cx="48828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codigo text primary key,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2121408"/>
            <a:ext cx="48828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estado jsonb not null default '{}'::jsonb,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2322576"/>
            <a:ext cx="48828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criado_em timestamptz default now(),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2523744"/>
            <a:ext cx="48828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  atualizado_em timestamptz default now()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2724912"/>
            <a:ext cx="48828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);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116270"/>
            <a:ext cx="10698480" cy="1344168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" y="4244285"/>
            <a:ext cx="103692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Permissões usadas no protótipo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4555181"/>
            <a:ext cx="1036929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alter table public.jogo_online_salas disable row level security;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4701486"/>
            <a:ext cx="1036929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grant select, insert, update, delete on public.jogo_online_salas to anon;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4847790"/>
            <a:ext cx="1036929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grant select, insert, update, delete on public.jogo_online_salas to authenticated;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Dependências e Cuidados Técnicos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Bibliotecas necessárias e pontos de atenção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29184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50292" cy="123444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🗄️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435607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Aptos"/>
              </a:rPr>
              <a:t>Supabase no Expo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Usa @supabase/supabase-js e react-native-url-polyfill/auto para compatibilidade.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29184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50292" cy="123444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435607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9E795"/>
                </a:solidFill>
                <a:latin typeface="Aptos"/>
              </a:rPr>
              <a:t>Chaves de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No protótipo ficam no código. Em produção devem ir para variáveis de ambiente.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29184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50292" cy="1234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1435607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E74C3C"/>
                </a:solidFill>
                <a:latin typeface="Aptos"/>
              </a:rPr>
              <a:t>Autenticação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288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Login manual funciona para demo, mas o ideal é migrar para supabase.auth.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108960"/>
            <a:ext cx="10058400" cy="137160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0432" y="3236976"/>
            <a:ext cx="97292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5B8DD9"/>
                </a:solidFill>
                <a:latin typeface="Consolas"/>
              </a:rPr>
              <a:t>Dependências principais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547872"/>
            <a:ext cx="97292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@supabase/supabase-js   react-native-url-polyfill   expo-av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749039"/>
            <a:ext cx="97292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react-native-webview    react-native-maps           @react-navigation/native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950208"/>
            <a:ext cx="972921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60" b="0">
                <a:solidFill>
                  <a:srgbClr val="A5D6A7"/>
                </a:solidFill>
                <a:latin typeface="Consolas"/>
              </a:rPr>
              <a:t>@react-native-async-storage/async-storage            @react-navigation/bottom-tabs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Arquitetura do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Fluxo entre navegação, telas, APIs e banco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827330"/>
            <a:ext cx="2286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827330"/>
            <a:ext cx="50292" cy="91440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" y="193705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937057"/>
            <a:ext cx="159105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Aptos"/>
              </a:rPr>
              <a:t>App.js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025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Bottom Tabs + usuarioLogado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461570"/>
            <a:ext cx="2286000" cy="822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0" y="1461570"/>
            <a:ext cx="50292" cy="82296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03904" y="157129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1571298"/>
            <a:ext cx="159105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5B8DD9"/>
                </a:solidFill>
                <a:latin typeface="Aptos"/>
              </a:rPr>
              <a:t>Notícias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96449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NewsAPI + Football-Data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558850"/>
            <a:ext cx="2286000" cy="822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0" y="2558850"/>
            <a:ext cx="50292" cy="82296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3904" y="266857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2668578"/>
            <a:ext cx="159105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9E795"/>
                </a:solidFill>
                <a:latin typeface="Aptos"/>
              </a:rPr>
              <a:t>Bolão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06177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Supabase: usuarios, grupos, bolao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558850"/>
            <a:ext cx="2286000" cy="822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0" y="2558850"/>
            <a:ext cx="50292" cy="82296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9984" y="266857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2668578"/>
            <a:ext cx="159105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5B8DD9"/>
                </a:solidFill>
                <a:latin typeface="Aptos"/>
              </a:rPr>
              <a:t>Jogar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06177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Supabase: partidas + MapView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1461570"/>
            <a:ext cx="2286000" cy="822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0" y="1461570"/>
            <a:ext cx="50292" cy="8229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9984" y="157129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1571298"/>
            <a:ext cx="159105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Aptos"/>
              </a:rPr>
              <a:t>Joguinho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196449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WebView + Expo AV + salas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4250489"/>
            <a:ext cx="521208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0" y="4250489"/>
            <a:ext cx="50292" cy="77724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03904" y="436021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4360218"/>
            <a:ext cx="45171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FF66"/>
                </a:solidFill>
                <a:latin typeface="Aptos"/>
              </a:rPr>
              <a:t>Compartilhados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753409"/>
            <a:ext cx="484632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0" b="0">
                <a:solidFill>
                  <a:srgbClr val="C9D1D9"/>
                </a:solidFill>
                <a:latin typeface="Aptos"/>
              </a:rPr>
              <a:t>styles.js + supabase.js + getFlagEmoji + constantes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4680" y="2266242"/>
            <a:ext cx="4572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89320" y="1873050"/>
            <a:ext cx="54864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89320" y="2988618"/>
            <a:ext cx="54864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00600" y="3473250"/>
            <a:ext cx="27432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Melhorias Futuras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Aptos"/>
              </a:rPr>
              <a:t>Evolução do Sport 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246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50292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435607"/>
            <a:ext cx="255117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Aptos"/>
              </a:rPr>
              <a:t>Migrar auth para supabase.auth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880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C9D1D9"/>
                </a:solidFill>
                <a:latin typeface="Aptos"/>
              </a:rPr>
              <a:t>Sessões, tokens JWT e senha segura com hash.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325880"/>
            <a:ext cx="3246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325880"/>
            <a:ext cx="50292" cy="118872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6864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435607"/>
            <a:ext cx="255117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0FF66"/>
                </a:solidFill>
                <a:latin typeface="Aptos"/>
              </a:rPr>
              <a:t>Supabase Realtime no Joguinho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828800"/>
            <a:ext cx="2880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C9D1D9"/>
                </a:solidFill>
                <a:latin typeface="Aptos"/>
              </a:rPr>
              <a:t>Substituir polling por updates em tempo real.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325880"/>
            <a:ext cx="3246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50292" cy="118872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0183" y="1435607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🗺️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1435607"/>
            <a:ext cx="255117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5B8DD9"/>
                </a:solidFill>
                <a:latin typeface="Aptos"/>
              </a:rPr>
              <a:t>Geocoding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828800"/>
            <a:ext cx="2880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C9D1D9"/>
                </a:solidFill>
                <a:latin typeface="Aptos"/>
              </a:rPr>
              <a:t>Converter endereço digitado em coordenadas precisas.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926080"/>
            <a:ext cx="3246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2926080"/>
            <a:ext cx="50292" cy="118872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" y="303580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3035808"/>
            <a:ext cx="255117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9E795"/>
                </a:solidFill>
                <a:latin typeface="Aptos"/>
              </a:rPr>
              <a:t>Cálculo real do bolão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429000"/>
            <a:ext cx="2880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C9D1D9"/>
                </a:solidFill>
                <a:latin typeface="Aptos"/>
              </a:rPr>
              <a:t>Comparar palpites com resultado final da API.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2926080"/>
            <a:ext cx="3246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59" y="2926080"/>
            <a:ext cx="50292" cy="118872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26864" y="303580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3035808"/>
            <a:ext cx="255117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0FF66"/>
                </a:solidFill>
                <a:latin typeface="Aptos"/>
              </a:rPr>
              <a:t>Notificações 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429000"/>
            <a:ext cx="2880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C9D1D9"/>
                </a:solidFill>
                <a:latin typeface="Aptos"/>
              </a:rPr>
              <a:t>Alertas de jogos, gols, pedidos de vaga e ranking.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926080"/>
            <a:ext cx="3246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79" y="2926080"/>
            <a:ext cx="50292" cy="118872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0183" y="303580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4232" y="3035808"/>
            <a:ext cx="255117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5B8DD9"/>
                </a:solidFill>
                <a:latin typeface="Aptos"/>
              </a:rPr>
              <a:t>Testes automatizados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29000"/>
            <a:ext cx="2880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C9D1D9"/>
                </a:solidFill>
                <a:latin typeface="Aptos"/>
              </a:rPr>
              <a:t>Jest + React Native Testing Library.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6916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800" b="1">
                <a:solidFill>
                  <a:srgbClr val="00FF66"/>
                </a:solidFill>
                <a:latin typeface="Aptos Display"/>
              </a:rP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C9D1D9"/>
                </a:solidFill>
                <a:latin typeface="Aptos"/>
              </a:rPr>
              <a:t>Sport Link — React Native + Supabase + Joguinho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  <a:latin typeface="Aptos"/>
              </a:rPr>
              <a:t>Dúvidas e Perguntas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760" y="3703320"/>
            <a:ext cx="4572000" cy="2286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B949E"/>
                </a:solidFill>
                <a:latin typeface="Aptos"/>
              </a:rPr>
              <a:t>Sport Link • React Native + Supabase + Expo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B949E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2481</Words>
  <Application>Microsoft Office PowerPoint</Application>
  <PresentationFormat>Widescreen</PresentationFormat>
  <Paragraphs>418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Guilherme Montes claros shopping</dc:creator>
  <cp:keywords/>
  <dc:description>generated using python-pptx</dc:description>
  <cp:lastModifiedBy>Guilherme Montes claros shopping</cp:lastModifiedBy>
  <cp:revision>2</cp:revision>
  <dcterms:created xsi:type="dcterms:W3CDTF">2026-06-28T18:06:27Z</dcterms:created>
  <dcterms:modified xsi:type="dcterms:W3CDTF">2026-06-30T00:14:26Z</dcterms:modified>
  <cp:category/>
</cp:coreProperties>
</file>